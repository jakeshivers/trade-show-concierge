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</a:rPr>
              <a:t>Automate 2027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4ED8"/>
                </a:solidFill>
              </a:rPr>
              <a:t>Oct 30, 2027 – Nov 2, 2027 · Detroit, MI, US · Huntington Place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Prepared 2026-09-09 by Shelley Shivers. Every figure here moves; this is a snapshot, not a record.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Last year — Automate 2025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Jul 23, 2026 – Jul 26, 2026 Cost is a floor: space, services, travel, lodging and collateral were never recorded. Still inside the 6–12 months where pipeline lands, so the return below is not final.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At least $2,090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some costs missing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LEADS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At least 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not everyone entered theirs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PIPELINE 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No CRM is connected, so the pipeline behind this is a general industry pattern rather than this company’s deals. A ratio built on it would describe the pattern, not the show.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CLOSED WON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No CRM is connected, so the pipeline behind this is a general industry pattern rather than this company’s deals. A ratio built on it would describe the pattern, not the show.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RETURN ON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No CRM is connected, so the pipeline behind this is a general industry pattern rather than this company’s deals. A ratio built on it would describe the pattern, not the show.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PEOPLE THERE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This year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Committed cost is a floor: space, services, travel, lodging, shipping and collateral not recorded.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DATES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Oct 30, 2027 – Nov 2, 2027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416 days 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MOVE-IN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Oct 28, 10:00 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BOOTH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Not assigned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20x20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prospect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$139,000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COMMITTED SO FAR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At least $0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recorded to date, some costs missing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What we are going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Prior year. Kept as the clone source and the comparison basis.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Who is going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0 confirmed of 0 invited.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Nobody is staffed on this show yet.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Where preparation stands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deadlines have been recorded for this show.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READINESS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Not planned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 checklist started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DEADLINES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 unconfirmed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MISSED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What this brief does not know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Read the figures above with these in mind.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Last year’s return is not final.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0756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Pipeline from a show keeps landing for 6–12 months; comparing it with an older show flatters the older one.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No checklist has been started, so readiness is unknown rather than low.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626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Committed cost is a floor: space, services, travel, lodging, shipping and collateral not recorded.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4670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 real number is higher, by an amount nobody can size yet.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 2027 — executive brief</dc:title>
  <dc:subject>PptxGenJS Presentation</dc:subject>
  <dc:creator>PptxGenJS</dc:creator>
  <cp:lastModifiedBy>PptxGenJS</cp:lastModifiedBy>
  <cp:revision>1</cp:revision>
  <dcterms:created xsi:type="dcterms:W3CDTF">2026-09-10T02:58:08Z</dcterms:created>
  <dcterms:modified xsi:type="dcterms:W3CDTF">2026-09-10T02:58:08Z</dcterms:modified>
</cp:coreProperties>
</file>